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67" r:id="rId4"/>
    <p:sldId id="266" r:id="rId5"/>
    <p:sldId id="268" r:id="rId6"/>
    <p:sldId id="269" r:id="rId7"/>
    <p:sldId id="270" r:id="rId8"/>
    <p:sldId id="271" r:id="rId9"/>
    <p:sldId id="272" r:id="rId10"/>
    <p:sldId id="273" r:id="rId11"/>
    <p:sldId id="275" r:id="rId12"/>
    <p:sldId id="27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20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EB983F-5438-45F3-93C8-7BA9E39F9037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F0DA73-8682-4552-93AA-79FAE1D7F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628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F0DA73-8682-4552-93AA-79FAE1D7FA5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874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F0DA73-8682-4552-93AA-79FAE1D7FA5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264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DB6C1-E078-9CD6-28F9-67DCE13C92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C9E98E-FA1D-ED41-5D88-BD39A2AD11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190E1-5915-C1E2-9F1B-E0F5D479C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CFA68-57A5-4AF8-8BA4-66925685B39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58126-AA7E-BF8C-826F-318986C2B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4991D-BA31-9FC5-FBF3-F93B26FCA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E7A4-FE06-4616-AD79-98E058E3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603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C4820-D136-F3A6-19EE-0957D8013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29188-0051-8F10-B6C3-E8A2C645C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94475-959A-3AC6-7D3C-29D52F15E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CFA68-57A5-4AF8-8BA4-66925685B39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E368D-FB73-E88B-269F-92EF01823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07772-385A-7274-5C93-B5DEE3157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E7A4-FE06-4616-AD79-98E058E3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076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83419-34CF-8F82-2561-A4C22E111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A0E45B-7054-B700-D62B-06AFFCBF92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C50DE-10A2-43F0-F6CE-A0D1F8D98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CFA68-57A5-4AF8-8BA4-66925685B39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72204-7817-A160-3FD1-195655B25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597D7-A805-0C83-C27F-1A99681AD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E7A4-FE06-4616-AD79-98E058E3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742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77FA2-89E7-82E3-AC88-477F988C5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11D97-6FF4-E5B5-036B-89A92A34F4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504016-42F1-5CC0-2AA7-FF1082604D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CB8F47-B1E1-B562-A43D-B490766DC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CFA68-57A5-4AF8-8BA4-66925685B39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31E2B5-276E-76B7-A31A-B3E4319B7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B36E1-26B1-9525-A3DA-6783C1998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E7A4-FE06-4616-AD79-98E058E3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333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33B25-A299-E213-0E6E-DD0817474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22C512-A8E6-898E-29BA-E569AA68E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F062DD-95D6-5E2C-1E15-5F2074C2C4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6FAE33-E584-CA9D-79CF-84BC77C45A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350090-9BC6-68CD-F2F8-69C8D7CC4B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19544B-FCFF-92BE-BF25-FA577B3C5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CFA68-57A5-4AF8-8BA4-66925685B39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DAB535-4D4C-E12E-54B8-46972D37B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4A91AE-3FC7-C3AD-1D91-5E365F4ED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E7A4-FE06-4616-AD79-98E058E3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09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6B173-4552-2F2E-B08C-031B316D7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E00498-39CA-3E3C-F73B-9B56C9796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CFA68-57A5-4AF8-8BA4-66925685B39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C7DE32-C9ED-BD31-DA19-AD7231904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32A254-00AF-DBC0-E357-7EB96A42A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E7A4-FE06-4616-AD79-98E058E3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590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F8F77-F2F1-4B90-47C8-324D0493A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CFA68-57A5-4AF8-8BA4-66925685B39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C460C0-B889-2210-B012-96D1BE776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ED8742-4A01-3EEC-CD35-F892C7816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E7A4-FE06-4616-AD79-98E058E3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534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B80C7-BBE6-85CD-0DC7-D1E7D38BD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3E17F-C9AE-A3CD-7C39-9B27C3AFC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E532F9-A95D-68F9-4D3A-8377D4C583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1B086-C072-E99C-EEDD-C5FB980ED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CFA68-57A5-4AF8-8BA4-66925685B39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322CB-7CF7-E31F-345C-64C67F69D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9D3C49-2291-A357-A355-F1892D678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E7A4-FE06-4616-AD79-98E058E3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056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55B53-621B-6654-53A7-C7884F20A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451827-C400-AAFE-B9A6-7499AD7D62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3D9DFE-DE10-64DD-9E9B-10A237D06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E5BC0-B2C0-15C7-68D2-6FCDEF69C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CFA68-57A5-4AF8-8BA4-66925685B39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CDBA7-A512-6EEA-9655-FF14D1360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4A1ED-0C49-3DC9-C139-CC6EBA39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E7A4-FE06-4616-AD79-98E058E3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82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F1696-B575-C41D-3114-4D887A0BF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A0C5CB-75AD-EAAC-1C9E-236475ADA7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FF792-B2F6-9EF8-913E-C88B1DC5C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CFA68-57A5-4AF8-8BA4-66925685B39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824F2-9A7D-674E-57D3-80FE7A8A8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ED78E-CA36-8C89-0D63-E62E1597D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E7A4-FE06-4616-AD79-98E058E3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418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B1BA3A-1361-7B5E-5B78-FD801A8AEA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66444B-F0B8-CE7C-8528-071A3CCAD1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51117-A793-2B8C-5A0E-AC7951E2D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CFA68-57A5-4AF8-8BA4-66925685B39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8ECE7-9CFC-68BC-859D-0A63CCBE2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3566C-5665-E66C-3798-228FF59FF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4E7A4-FE06-4616-AD79-98E058E3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613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6B523-15F5-0C47-2794-649BECA67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137DC-01A7-0A38-E832-729B98BCA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AF90D-2423-E8EA-C850-82D461C8BD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CCFA68-57A5-4AF8-8BA4-66925685B39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1A11D-C879-67D4-455D-3A3EDD8DC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18DB7-A952-ADDB-44A2-15E185184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A4E7A4-FE06-4616-AD79-98E058E3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473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andreamarcos@hot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supabase.com/dashboard/project/zgjsfrlxhpqxsgwawnew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D00F3-DCC9-B75A-3E0A-55995CE176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/>
              <a:t>TP FINAL – Flujo 2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CFDCC6-59B9-815D-34F1-26F1AA9290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AR" dirty="0"/>
              <a:t>Mail:  </a:t>
            </a:r>
            <a:r>
              <a:rPr lang="es-AR" dirty="0">
                <a:hlinkClick r:id="rId2"/>
              </a:rPr>
              <a:t>mandreamarcos@hotmail.com</a:t>
            </a:r>
            <a:endParaRPr lang="es-AR" dirty="0"/>
          </a:p>
          <a:p>
            <a:endParaRPr lang="es-AR" dirty="0"/>
          </a:p>
          <a:p>
            <a:r>
              <a:rPr lang="es-AR" dirty="0"/>
              <a:t>WORKFLOW:  </a:t>
            </a:r>
            <a:r>
              <a:rPr lang="es-AR" dirty="0" err="1"/>
              <a:t>TP_FINAL_MAM.json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864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1D6CEC-6CC4-A084-02C7-B65D88CB5A24}"/>
              </a:ext>
            </a:extLst>
          </p:cNvPr>
          <p:cNvSpPr txBox="1"/>
          <p:nvPr/>
        </p:nvSpPr>
        <p:spPr>
          <a:xfrm>
            <a:off x="325801" y="198034"/>
            <a:ext cx="11136767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/>
              <a:t>Se creo en </a:t>
            </a:r>
            <a:r>
              <a:rPr lang="es-AR" sz="2400" b="1" dirty="0" err="1"/>
              <a:t>workflow</a:t>
            </a:r>
            <a:r>
              <a:rPr lang="es-AR" sz="2400" b="1" dirty="0"/>
              <a:t> usando N8N </a:t>
            </a:r>
            <a:r>
              <a:rPr lang="es-AR" sz="2400" b="1" dirty="0" err="1"/>
              <a:t>cloud</a:t>
            </a:r>
            <a:r>
              <a:rPr lang="es-AR" sz="2400" b="1" dirty="0"/>
              <a:t>.</a:t>
            </a:r>
          </a:p>
          <a:p>
            <a:endParaRPr lang="es-AR" sz="2400" b="1" dirty="0"/>
          </a:p>
          <a:p>
            <a:r>
              <a:rPr lang="es-AR" sz="2400" b="1" dirty="0"/>
              <a:t>Objetivo:  Cargar documentos relacionados a DIETAS para adelgazar en10 días.</a:t>
            </a:r>
          </a:p>
          <a:p>
            <a:r>
              <a:rPr lang="es-AR" sz="2400" b="1" dirty="0"/>
              <a:t>El usuario consultara por TELEGRAM y contara con las respuestas a sus dudas </a:t>
            </a:r>
          </a:p>
          <a:p>
            <a:r>
              <a:rPr lang="es-AR" sz="2400" b="1" dirty="0"/>
              <a:t>(a modo POC).</a:t>
            </a:r>
          </a:p>
          <a:p>
            <a:endParaRPr lang="es-AR" sz="2400" b="1" dirty="0"/>
          </a:p>
          <a:p>
            <a:endParaRPr lang="es-AR" sz="2400" b="1" dirty="0"/>
          </a:p>
          <a:p>
            <a:r>
              <a:rPr lang="es-AR" sz="2400" b="1" dirty="0"/>
              <a:t>Se cargan los Files a tener en cuenta en </a:t>
            </a:r>
            <a:r>
              <a:rPr lang="es-AR" sz="2400" b="1" dirty="0" err="1"/>
              <a:t>Supabase</a:t>
            </a:r>
            <a:r>
              <a:rPr lang="es-AR" sz="2400" b="1" dirty="0"/>
              <a:t>:</a:t>
            </a:r>
          </a:p>
          <a:p>
            <a:r>
              <a:rPr lang="es-AR" sz="2400" b="1" dirty="0"/>
              <a:t> </a:t>
            </a:r>
            <a:r>
              <a:rPr lang="en-US" sz="2400" dirty="0" err="1">
                <a:hlinkClick r:id="rId2"/>
              </a:rPr>
              <a:t>andrea_project</a:t>
            </a:r>
            <a:r>
              <a:rPr lang="en-US" sz="2400" dirty="0">
                <a:hlinkClick r:id="rId2"/>
              </a:rPr>
              <a:t> | maria.andrea.marcos.99@gmail.com's Org | </a:t>
            </a:r>
            <a:r>
              <a:rPr lang="en-US" sz="2400" dirty="0" err="1">
                <a:hlinkClick r:id="rId2"/>
              </a:rPr>
              <a:t>Supabase</a:t>
            </a:r>
            <a:endParaRPr lang="es-AR" sz="2400" b="1" dirty="0"/>
          </a:p>
          <a:p>
            <a:endParaRPr lang="es-AR" sz="2400" b="1" dirty="0"/>
          </a:p>
          <a:p>
            <a:r>
              <a:rPr lang="es-AR" sz="2400" b="1" dirty="0"/>
              <a:t>Dentro del </a:t>
            </a:r>
            <a:r>
              <a:rPr lang="es-AR" sz="2400" b="1" dirty="0" err="1"/>
              <a:t>bucket</a:t>
            </a:r>
            <a:r>
              <a:rPr lang="es-AR" sz="2400" b="1" dirty="0"/>
              <a:t>  creado ‘archivos n8n</a:t>
            </a:r>
            <a:r>
              <a:rPr lang="es-AR" sz="2400" b="1" dirty="0">
                <a:hlinkClick r:id="rId2"/>
              </a:rPr>
              <a:t>’</a:t>
            </a:r>
            <a:r>
              <a:rPr lang="es-AR" sz="2400" b="1" dirty="0"/>
              <a:t>:</a:t>
            </a:r>
          </a:p>
          <a:p>
            <a:endParaRPr lang="es-AR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775635-5EA6-1DCB-9670-697A0FC78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69" y="4322910"/>
            <a:ext cx="10140361" cy="2535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129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EF864-301E-1A72-CAC9-6013A3545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69B7B2-2DC1-5835-29AD-2A401EB30AAE}"/>
              </a:ext>
            </a:extLst>
          </p:cNvPr>
          <p:cNvSpPr txBox="1"/>
          <p:nvPr/>
        </p:nvSpPr>
        <p:spPr>
          <a:xfrm>
            <a:off x="302833" y="198034"/>
            <a:ext cx="1164151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/>
              <a:t>Se crearon las tablas relacionadas para ir guardando los files cargados TABLA ‘</a:t>
            </a:r>
            <a:r>
              <a:rPr lang="es-AR" sz="2000" b="1" dirty="0" err="1"/>
              <a:t>data_archivos</a:t>
            </a:r>
            <a:r>
              <a:rPr lang="es-AR" sz="2000" b="1" dirty="0"/>
              <a:t>’ (estado actual) y también otra tabla donde se guardara la </a:t>
            </a:r>
            <a:r>
              <a:rPr lang="es-AR" sz="2000" b="1" dirty="0" err="1"/>
              <a:t>info</a:t>
            </a:r>
            <a:r>
              <a:rPr lang="es-AR" sz="2000" b="1" dirty="0"/>
              <a:t> que se genera para el RAG  (</a:t>
            </a:r>
            <a:r>
              <a:rPr lang="es-ES" sz="2000" b="1" dirty="0"/>
              <a:t>texto de cada </a:t>
            </a:r>
            <a:r>
              <a:rPr lang="es-ES" sz="2000" b="1" dirty="0" err="1"/>
              <a:t>chunk</a:t>
            </a:r>
            <a:r>
              <a:rPr lang="es-ES" sz="2000" b="1" dirty="0"/>
              <a:t>, en </a:t>
            </a:r>
            <a:r>
              <a:rPr lang="es-ES" sz="2000" b="1" dirty="0" err="1"/>
              <a:t>embedding</a:t>
            </a:r>
            <a:r>
              <a:rPr lang="es-ES" sz="2000" b="1" dirty="0"/>
              <a:t>, </a:t>
            </a:r>
            <a:r>
              <a:rPr lang="es-ES" sz="2000" b="1" dirty="0" err="1"/>
              <a:t>etc</a:t>
            </a:r>
            <a:r>
              <a:rPr lang="es-ES" sz="2000" b="1" dirty="0"/>
              <a:t>),</a:t>
            </a:r>
            <a:r>
              <a:rPr lang="es-AR" sz="2000" b="1" dirty="0"/>
              <a:t> tabla ‘</a:t>
            </a:r>
            <a:r>
              <a:rPr lang="es-AR" sz="2000" b="1" dirty="0" err="1"/>
              <a:t>tab_vector</a:t>
            </a:r>
            <a:r>
              <a:rPr lang="es-AR" sz="2000" b="1" dirty="0"/>
              <a:t>’.</a:t>
            </a:r>
          </a:p>
          <a:p>
            <a:endParaRPr lang="es-ES" sz="2400" b="1" dirty="0"/>
          </a:p>
          <a:p>
            <a:endParaRPr lang="es-AR" sz="2400" b="1" dirty="0"/>
          </a:p>
          <a:p>
            <a:endParaRPr lang="es-AR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B846EA-D545-84C6-4A76-E7CFDE17E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25" y="1377108"/>
            <a:ext cx="11941750" cy="433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218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3AE1F-0D9D-CFB0-8926-39AF58362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F379FD-7D77-95F8-F81C-0A1BE77EAB8D}"/>
              </a:ext>
            </a:extLst>
          </p:cNvPr>
          <p:cNvSpPr txBox="1"/>
          <p:nvPr/>
        </p:nvSpPr>
        <p:spPr>
          <a:xfrm>
            <a:off x="479103" y="131933"/>
            <a:ext cx="61943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/>
              <a:t>EJECUCION WORKFLOW, que terminó OK!:</a:t>
            </a:r>
          </a:p>
          <a:p>
            <a:endParaRPr lang="es-AR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B2F031-4A08-B2B4-64FC-2FD6AD231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3254"/>
            <a:ext cx="12192000" cy="6443758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C5C5FB77-DCF6-F8DE-3DC4-30B37C6E7C6C}"/>
              </a:ext>
            </a:extLst>
          </p:cNvPr>
          <p:cNvSpPr/>
          <p:nvPr/>
        </p:nvSpPr>
        <p:spPr>
          <a:xfrm>
            <a:off x="0" y="1872343"/>
            <a:ext cx="4212771" cy="155665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657D33C-F7EE-A6BB-45A6-06E7DA6BC88C}"/>
              </a:ext>
            </a:extLst>
          </p:cNvPr>
          <p:cNvSpPr/>
          <p:nvPr/>
        </p:nvSpPr>
        <p:spPr>
          <a:xfrm>
            <a:off x="2911654" y="941012"/>
            <a:ext cx="4212771" cy="155665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6E0F8D6-796D-71A2-30E9-4A9C72BB21C6}"/>
              </a:ext>
            </a:extLst>
          </p:cNvPr>
          <p:cNvSpPr/>
          <p:nvPr/>
        </p:nvSpPr>
        <p:spPr>
          <a:xfrm>
            <a:off x="3657601" y="3040656"/>
            <a:ext cx="8534400" cy="3156846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401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AE50F-7221-8D66-1CB2-249604F5D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FB0150-9148-55A4-33D8-C55F9951D450}"/>
              </a:ext>
            </a:extLst>
          </p:cNvPr>
          <p:cNvSpPr txBox="1"/>
          <p:nvPr/>
        </p:nvSpPr>
        <p:spPr>
          <a:xfrm>
            <a:off x="479104" y="253119"/>
            <a:ext cx="42979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/>
              <a:t>Paso a Paso de alguno nodos:</a:t>
            </a:r>
          </a:p>
          <a:p>
            <a:endParaRPr lang="es-AR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E98D6C-469F-215F-1626-5AAE9E3C7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323" y="841823"/>
            <a:ext cx="9562118" cy="517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437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02A23-7B82-4982-7192-7A1EC0A51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961738-C7F5-E36E-BE9A-4A4C44996A72}"/>
              </a:ext>
            </a:extLst>
          </p:cNvPr>
          <p:cNvSpPr txBox="1"/>
          <p:nvPr/>
        </p:nvSpPr>
        <p:spPr>
          <a:xfrm>
            <a:off x="479104" y="253119"/>
            <a:ext cx="42979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/>
              <a:t>Paso a Paso de alguno nodos:</a:t>
            </a:r>
          </a:p>
          <a:p>
            <a:endParaRPr lang="es-AR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8D1884-6421-A3D7-2976-632606B50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04" y="847333"/>
            <a:ext cx="10616588" cy="5757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170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CBBD3-74A8-24A7-A942-B9CAF226D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C30132-82C1-FF3B-49AB-1012C5E0DBDD}"/>
              </a:ext>
            </a:extLst>
          </p:cNvPr>
          <p:cNvSpPr txBox="1"/>
          <p:nvPr/>
        </p:nvSpPr>
        <p:spPr>
          <a:xfrm>
            <a:off x="479104" y="253119"/>
            <a:ext cx="42979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/>
              <a:t>Paso a Paso de alguno nodos:</a:t>
            </a:r>
          </a:p>
          <a:p>
            <a:endParaRPr lang="es-AR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9FE632-4026-BC3A-BF59-977642AE6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51" y="762571"/>
            <a:ext cx="10997289" cy="584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80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9A7BC-5A07-3D42-A38E-EBC0CDF27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424347-F4C5-07DD-E6E8-7BD7E3A11B3D}"/>
              </a:ext>
            </a:extLst>
          </p:cNvPr>
          <p:cNvSpPr txBox="1"/>
          <p:nvPr/>
        </p:nvSpPr>
        <p:spPr>
          <a:xfrm>
            <a:off x="479104" y="253119"/>
            <a:ext cx="42979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/>
              <a:t>Paso a Paso de alguno nodos:</a:t>
            </a:r>
          </a:p>
          <a:p>
            <a:endParaRPr lang="es-AR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0E02B5-DB19-08C1-462A-402F6A50B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51" y="762571"/>
            <a:ext cx="10997289" cy="584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208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824B89-7D3B-4098-6ADB-721BA7ED1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38" y="352541"/>
            <a:ext cx="11528857" cy="578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85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6E1950C-C44A-6401-05F5-4CE78D7CD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658" y="1308386"/>
            <a:ext cx="10733978" cy="19834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5E04AE-A8B8-198C-85E4-9D9415B8F48C}"/>
              </a:ext>
            </a:extLst>
          </p:cNvPr>
          <p:cNvSpPr txBox="1"/>
          <p:nvPr/>
        </p:nvSpPr>
        <p:spPr>
          <a:xfrm>
            <a:off x="479103" y="131933"/>
            <a:ext cx="32174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/>
              <a:t>Tablas post Ejecución</a:t>
            </a:r>
          </a:p>
          <a:p>
            <a:endParaRPr lang="es-AR" sz="24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5FA7F43-85FB-66B2-8EA1-E82245466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652" y="3566162"/>
            <a:ext cx="9643643" cy="308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394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A0A7E2-BAF7-6BD1-3A1E-95DAFF524B21}"/>
              </a:ext>
            </a:extLst>
          </p:cNvPr>
          <p:cNvSpPr txBox="1"/>
          <p:nvPr/>
        </p:nvSpPr>
        <p:spPr>
          <a:xfrm>
            <a:off x="755562" y="342867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/>
              <a:t>WORKFLOW:  </a:t>
            </a:r>
            <a:r>
              <a:rPr lang="es-AR" b="1" dirty="0" err="1"/>
              <a:t>TP_FINAL_TELEGRAM.json</a:t>
            </a: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468ABF-4D87-4B29-54BD-8EB404F76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452" y="1311007"/>
            <a:ext cx="12059548" cy="4283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159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4D3ABD-D077-9496-3FA6-BE0FFD728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186" y="854748"/>
            <a:ext cx="6235410" cy="51485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5E0B73-DC92-C89E-B41A-62C6B554C849}"/>
              </a:ext>
            </a:extLst>
          </p:cNvPr>
          <p:cNvSpPr txBox="1"/>
          <p:nvPr/>
        </p:nvSpPr>
        <p:spPr>
          <a:xfrm>
            <a:off x="8753150" y="1586819"/>
            <a:ext cx="327147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rgbClr val="FF0000"/>
                </a:solidFill>
              </a:rPr>
              <a:t>No logre que el </a:t>
            </a:r>
            <a:r>
              <a:rPr lang="es-AR" b="1" dirty="0" err="1">
                <a:solidFill>
                  <a:srgbClr val="FF0000"/>
                </a:solidFill>
              </a:rPr>
              <a:t>chatbot</a:t>
            </a:r>
            <a:endParaRPr lang="es-AR" b="1" dirty="0">
              <a:solidFill>
                <a:srgbClr val="FF0000"/>
              </a:solidFill>
            </a:endParaRPr>
          </a:p>
          <a:p>
            <a:r>
              <a:rPr lang="es-AR" b="1" dirty="0">
                <a:solidFill>
                  <a:srgbClr val="FF0000"/>
                </a:solidFill>
              </a:rPr>
              <a:t>Conteste sobre la BD.</a:t>
            </a:r>
          </a:p>
          <a:p>
            <a:endParaRPr lang="es-AR" b="1" dirty="0">
              <a:solidFill>
                <a:srgbClr val="FF0000"/>
              </a:solidFill>
            </a:endParaRPr>
          </a:p>
          <a:p>
            <a:r>
              <a:rPr lang="es-AR" b="1" dirty="0">
                <a:solidFill>
                  <a:srgbClr val="FF0000"/>
                </a:solidFill>
              </a:rPr>
              <a:t>Tuve que entregar porque</a:t>
            </a:r>
          </a:p>
          <a:p>
            <a:r>
              <a:rPr lang="es-AR" b="1" dirty="0">
                <a:solidFill>
                  <a:srgbClr val="FF0000"/>
                </a:solidFill>
              </a:rPr>
              <a:t>por temas personales</a:t>
            </a:r>
          </a:p>
          <a:p>
            <a:r>
              <a:rPr lang="es-AR" b="1" dirty="0">
                <a:solidFill>
                  <a:srgbClr val="FF0000"/>
                </a:solidFill>
              </a:rPr>
              <a:t>No voy a poder dedicarle</a:t>
            </a:r>
          </a:p>
          <a:p>
            <a:r>
              <a:rPr lang="es-AR" b="1" dirty="0">
                <a:solidFill>
                  <a:srgbClr val="FF0000"/>
                </a:solidFill>
              </a:rPr>
              <a:t>Tiempo de hoy al domingo.</a:t>
            </a:r>
          </a:p>
          <a:p>
            <a:endParaRPr lang="es-AR" b="1" dirty="0">
              <a:solidFill>
                <a:srgbClr val="FF0000"/>
              </a:solidFill>
            </a:endParaRPr>
          </a:p>
          <a:p>
            <a:r>
              <a:rPr lang="es-AR" b="1" dirty="0">
                <a:solidFill>
                  <a:srgbClr val="FF0000"/>
                </a:solidFill>
              </a:rPr>
              <a:t>No espero aprobar, pero si</a:t>
            </a:r>
          </a:p>
          <a:p>
            <a:r>
              <a:rPr lang="es-AR" b="1" dirty="0">
                <a:solidFill>
                  <a:srgbClr val="FF0000"/>
                </a:solidFill>
              </a:rPr>
              <a:t>Sepas que seguiré avanzando</a:t>
            </a:r>
          </a:p>
          <a:p>
            <a:r>
              <a:rPr lang="es-AR" b="1" dirty="0">
                <a:solidFill>
                  <a:srgbClr val="FF0000"/>
                </a:solidFill>
              </a:rPr>
              <a:t>en lo posible.</a:t>
            </a:r>
          </a:p>
          <a:p>
            <a:endParaRPr lang="es-AR" b="1" dirty="0">
              <a:solidFill>
                <a:srgbClr val="FF0000"/>
              </a:solidFill>
            </a:endParaRPr>
          </a:p>
          <a:p>
            <a:r>
              <a:rPr lang="es-AR" b="1" dirty="0">
                <a:solidFill>
                  <a:srgbClr val="FF0000"/>
                </a:solidFill>
              </a:rPr>
              <a:t>MUCHAS GRACIAS POR</a:t>
            </a:r>
          </a:p>
          <a:p>
            <a:r>
              <a:rPr lang="es-AR" b="1" dirty="0">
                <a:solidFill>
                  <a:srgbClr val="FF0000"/>
                </a:solidFill>
              </a:rPr>
              <a:t>TODO.</a:t>
            </a:r>
          </a:p>
          <a:p>
            <a:endParaRPr lang="es-AR" b="1" dirty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18627B-DAC7-55EB-B9F3-0E58B5C75AB9}"/>
              </a:ext>
            </a:extLst>
          </p:cNvPr>
          <p:cNvSpPr txBox="1"/>
          <p:nvPr/>
        </p:nvSpPr>
        <p:spPr>
          <a:xfrm>
            <a:off x="479103" y="131933"/>
            <a:ext cx="17072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/>
              <a:t>TELEGRAM</a:t>
            </a:r>
          </a:p>
          <a:p>
            <a:endParaRPr lang="es-AR" sz="2400" b="1" dirty="0"/>
          </a:p>
        </p:txBody>
      </p:sp>
    </p:spTree>
    <p:extLst>
      <p:ext uri="{BB962C8B-B14F-4D97-AF65-F5344CB8AC3E}">
        <p14:creationId xmlns:p14="http://schemas.microsoft.com/office/powerpoint/2010/main" val="3423501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247</Words>
  <Application>Microsoft Office PowerPoint</Application>
  <PresentationFormat>Widescreen</PresentationFormat>
  <Paragraphs>41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TP FINAL – Flujo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Marcos, Maria Andrea</dc:creator>
  <cp:lastModifiedBy>Marcos, Maria Andrea</cp:lastModifiedBy>
  <cp:revision>11</cp:revision>
  <dcterms:created xsi:type="dcterms:W3CDTF">2025-11-15T01:41:12Z</dcterms:created>
  <dcterms:modified xsi:type="dcterms:W3CDTF">2025-11-21T06:56:22Z</dcterms:modified>
</cp:coreProperties>
</file>